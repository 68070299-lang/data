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หลักการออกแบบ BookingID IBM Plex Sans Thai bold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IBM Plex Sans Thai SemiBold" pitchFamily="34" charset="0"/>
                <a:ea typeface="IBM Plex Sans Thai SemiBold" pitchFamily="34" charset="-122"/>
                <a:cs typeface="IBM Plex Sans Thai SemiBold" pitchFamily="34" charset="-120"/>
              </a:rPr>
              <a:t>หลักการออกแบบ BookingID IBM Plex Sans Thai SemiBold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IBM Plex Sans Thai Medium" pitchFamily="34" charset="0"/>
                <a:ea typeface="IBM Plex Sans Thai Medium" pitchFamily="34" charset="-122"/>
                <a:cs typeface="IBM Plex Sans Thai Medium" pitchFamily="34" charset="-120"/>
              </a:rPr>
              <a:t>หลักการออกแบบ BookingID IBM Plex Sans Thai Medium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หลักการออกแบบ BookingID IBM Plex Sans Thai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114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หลักการออกแบบ BookingID IBM Plex Mono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หลักการออกแบบ BookingID IBM Plex Mono SemiBold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2026-10-11T16:07:03Z</dcterms:created>
  <dcterms:modified xsi:type="dcterms:W3CDTF">2026-10-11T16:07:03Z</dcterms:modified>
</cp:coreProperties>
</file>